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91" r:id="rId2"/>
    <p:sldId id="281" r:id="rId3"/>
    <p:sldId id="298" r:id="rId4"/>
    <p:sldId id="290" r:id="rId5"/>
    <p:sldId id="293" r:id="rId6"/>
    <p:sldId id="302" r:id="rId7"/>
    <p:sldId id="294" r:id="rId8"/>
    <p:sldId id="299" r:id="rId9"/>
    <p:sldId id="300" r:id="rId10"/>
    <p:sldId id="301" r:id="rId11"/>
    <p:sldId id="296" r:id="rId12"/>
    <p:sldId id="297" r:id="rId13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ioagpl.com/what-to-do-if-you-smell-natural-gas/?utm_source=chatgpt.com" TargetMode="External"/><Relationship Id="rId13" Type="http://schemas.openxmlformats.org/officeDocument/2006/relationships/hyperlink" Target="https://gassafe.net.in/?utm_source=chatgpt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defactolaw.in/post/hazardous-substance-regulation-in-india?utm_source=chatgpt.com" TargetMode="External"/><Relationship Id="rId12" Type="http://schemas.openxmlformats.org/officeDocument/2006/relationships/hyperlink" Target="https://www.ijert.org/smart-industrial-level-gas-leakage-detection-system-using-ai-iot?utm_source=chatgp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isd.gov.in/public/assets/upload/SurakshaSamvad/1721986261_efa13db66cc9013286fc.pdf?utm_source=chatgpt.com" TargetMode="External"/><Relationship Id="rId11" Type="http://schemas.openxmlformats.org/officeDocument/2006/relationships/hyperlink" Target="https://ijisae.org/index.php/IJISAE/article/download/6688/5553/11873?utm_source=chatgpt.com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s://thebetterindia.com/151557/lpg-gas-leak-safety-precautions-india-news/?utm_source=chatgpt.com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www.iglonline.net/safety-tips?utm_source=chatgpt.com" TargetMode="External"/><Relationship Id="rId14" Type="http://schemas.openxmlformats.org/officeDocument/2006/relationships/hyperlink" Target="https://cx.indianoilcgd.com/portal/healthsafety.aspx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393371" y="81376"/>
            <a:ext cx="7601437" cy="87707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ARTEMIS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2076450"/>
            <a:ext cx="10035617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No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Advance gas detection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057" y="203043"/>
            <a:ext cx="1303845" cy="1112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6451600" cy="954578"/>
          </a:xfrm>
        </p:spPr>
        <p:txBody>
          <a:bodyPr/>
          <a:lstStyle/>
          <a:p>
            <a:pPr eaLnBrk="1" hangingPunct="1"/>
            <a:r>
              <a:rPr lang="en-US" sz="3600" b="1" dirty="0"/>
              <a:t>PROBLEM STATEMENT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497401"/>
            <a:ext cx="12191999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3200" b="1" dirty="0"/>
              <a:t>Problem:</a:t>
            </a:r>
            <a:br>
              <a:rPr lang="en-IN" sz="3200" dirty="0"/>
            </a:br>
            <a:r>
              <a:rPr lang="en-IN" sz="3200" dirty="0"/>
              <a:t>Gas leaks (CO, LPG, CH₄, H₂S) cause fires, explosions, poisoning, and pollution.</a:t>
            </a:r>
          </a:p>
          <a:p>
            <a:r>
              <a:rPr lang="en-IN" sz="3200" b="1" dirty="0"/>
              <a:t>Who is Affected:</a:t>
            </a:r>
            <a:br>
              <a:rPr lang="en-IN" sz="3200" dirty="0"/>
            </a:br>
            <a:r>
              <a:rPr lang="en-IN" sz="3200" dirty="0"/>
              <a:t>Industries, homes, hospitals, and environmental agencies.</a:t>
            </a:r>
          </a:p>
          <a:p>
            <a:r>
              <a:rPr lang="en-IN" sz="3200" b="1" dirty="0"/>
              <a:t>Challenges:</a:t>
            </a:r>
            <a:br>
              <a:rPr lang="en-IN" sz="3200" dirty="0"/>
            </a:br>
            <a:r>
              <a:rPr lang="en-IN" sz="3200" dirty="0"/>
              <a:t>Low accuracy, false alarms, slow detection, no real-time alerts.</a:t>
            </a:r>
          </a:p>
          <a:p>
            <a:r>
              <a:rPr lang="en-IN" sz="3200" b="1" dirty="0"/>
              <a:t>Real-World Relevance:</a:t>
            </a:r>
            <a:br>
              <a:rPr lang="en-IN" sz="3200" dirty="0"/>
            </a:br>
            <a:r>
              <a:rPr lang="en-IN" sz="3200" dirty="0"/>
              <a:t>Prevents disasters, improves safety, enables smart IoT monitoring.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267879" y="0"/>
            <a:ext cx="7827984" cy="954578"/>
          </a:xfrm>
        </p:spPr>
        <p:txBody>
          <a:bodyPr/>
          <a:lstStyle/>
          <a:p>
            <a:pPr eaLnBrk="1" hangingPunct="1"/>
            <a:r>
              <a:rPr lang="en-US" sz="3600" b="1" dirty="0"/>
              <a:t>PROPOSED SOLUTION </a:t>
            </a:r>
            <a:br>
              <a:rPr lang="en-US" sz="3600" b="1" dirty="0"/>
            </a:br>
            <a:r>
              <a:rPr lang="en-US" sz="3600" b="1" dirty="0"/>
              <a:t>(YOUR IDEA)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91719"/>
            <a:ext cx="12352422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3200" b="1" dirty="0"/>
              <a:t>Concept</a:t>
            </a:r>
          </a:p>
          <a:p>
            <a:r>
              <a:rPr lang="en-IN" sz="3200" dirty="0"/>
              <a:t>Smart system that detects hazardous gases and prevents accidents through early warning.</a:t>
            </a:r>
          </a:p>
          <a:p>
            <a:r>
              <a:rPr lang="en-IN" sz="3200" b="1" dirty="0"/>
              <a:t>Working</a:t>
            </a:r>
          </a:p>
          <a:p>
            <a:r>
              <a:rPr lang="en-IN" sz="3200" dirty="0"/>
              <a:t>Sensors detect gas → Controller analyses levels → Alarm/notification triggers → Safety system activates.</a:t>
            </a:r>
          </a:p>
          <a:p>
            <a:r>
              <a:rPr lang="en-IN" sz="3200" b="1" dirty="0"/>
              <a:t>Key Features</a:t>
            </a:r>
          </a:p>
          <a:p>
            <a:r>
              <a:rPr lang="en-IN" sz="3200" dirty="0"/>
              <a:t>• Multi-gas detection</a:t>
            </a:r>
            <a:br>
              <a:rPr lang="en-IN" sz="3200" dirty="0"/>
            </a:br>
            <a:r>
              <a:rPr lang="en-IN" sz="3200" dirty="0"/>
              <a:t>• Real-time monitoring</a:t>
            </a:r>
            <a:br>
              <a:rPr lang="en-IN" sz="3200" dirty="0"/>
            </a:br>
            <a:r>
              <a:rPr lang="en-IN" sz="3200" dirty="0"/>
              <a:t>• Remote alerts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35157" y="-32657"/>
            <a:ext cx="671182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911097"/>
            <a:ext cx="36149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Python for dashboard, Hardware GSM,GPS Module , ESP32 Microcontroller , buzzer , led , wires , breadboard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D7E619-E8A1-6158-97C8-874F993B73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748" y="1200681"/>
            <a:ext cx="6221383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6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192" y="1411060"/>
            <a:ext cx="12165807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Feasibility:</a:t>
            </a:r>
          </a:p>
          <a:p>
            <a:r>
              <a:rPr lang="en-IN" sz="2800" dirty="0"/>
              <a:t>Integration of NDIR, electrochemical, and MOS sensors for multi-gas detection.</a:t>
            </a:r>
          </a:p>
          <a:p>
            <a:r>
              <a:rPr lang="en-IN" sz="2800" dirty="0"/>
              <a:t>Real-time data acquisition via ESP32/ARM MCU with IoT (LoRa/GSM/Wi-Fi).</a:t>
            </a:r>
          </a:p>
          <a:p>
            <a:r>
              <a:rPr lang="en-IN" sz="2800" dirty="0"/>
              <a:t>Edge processing for threshold analysis and anomaly detection.</a:t>
            </a:r>
          </a:p>
          <a:p>
            <a:r>
              <a:rPr lang="en-IN" sz="2800" dirty="0"/>
              <a:t>Scalable architecture for industrial and confined-space monitoring.</a:t>
            </a:r>
          </a:p>
          <a:p>
            <a:r>
              <a:rPr lang="en-IN" sz="2800" b="1" dirty="0"/>
              <a:t>Challenges:</a:t>
            </a:r>
            <a:br>
              <a:rPr lang="en-IN" sz="2800" dirty="0"/>
            </a:br>
            <a:r>
              <a:rPr lang="en-IN" sz="2800" dirty="0"/>
              <a:t>Sensor drift, cross-sensitivity, environmental interference, network failure.</a:t>
            </a:r>
          </a:p>
          <a:p>
            <a:r>
              <a:rPr lang="en-IN" sz="2800" b="1" dirty="0"/>
              <a:t>Mitigation:</a:t>
            </a:r>
            <a:br>
              <a:rPr lang="en-IN" sz="2800" dirty="0"/>
            </a:br>
            <a:r>
              <a:rPr lang="en-IN" sz="2800" dirty="0"/>
              <a:t>Auto-calibration, sensor fusion, environmental compensation, redundant power &amp; communication.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6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CHALLENGES &amp; RISKS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A9AE805-6EA7-6255-E0C4-D4D28D196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32" y="1951694"/>
            <a:ext cx="1141001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Drift &amp; Aging: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Gradual loss of sensitivity leading to inaccurate gas concentration readings.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Cross-Sensitivity: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Interference from non-target gases causing false alarms.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Variations: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Temperature, humidity, and pressure affecting sensor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Calibration Dependency: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Frequent calibration required to maintain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&amp; Network Failure: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Risk of system downtime and delayed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Explosion Hazard: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Electronic components may pose ignition risk in flammable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Security Risks: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Vulnerability in IoT-based remote monitoring systems.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397423"/>
            <a:ext cx="10972801" cy="4554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3200" b="1" dirty="0"/>
              <a:t> Potential Impact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Enhances safety for workers and residents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Reduces industrial accidents and gas leaks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Supports quick emergency response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Helps monitor environmental pollution</a:t>
            </a:r>
          </a:p>
          <a:p>
            <a:r>
              <a:rPr lang="en-IN" sz="3200" b="1" dirty="0"/>
              <a:t> Benefits</a:t>
            </a:r>
          </a:p>
          <a:p>
            <a:r>
              <a:rPr lang="en-IN" sz="3200" b="1" dirty="0"/>
              <a:t>Social:</a:t>
            </a:r>
            <a:r>
              <a:rPr lang="en-IN" sz="3200" dirty="0"/>
              <a:t> Saves lives, improves safety awareness</a:t>
            </a:r>
            <a:br>
              <a:rPr lang="en-IN" sz="3200" dirty="0"/>
            </a:br>
            <a:r>
              <a:rPr lang="en-IN" sz="3200" b="1" dirty="0"/>
              <a:t>Economic:</a:t>
            </a:r>
            <a:r>
              <a:rPr lang="en-IN" sz="3200" dirty="0"/>
              <a:t> Reduces losses, downtime, and insurance costs</a:t>
            </a:r>
            <a:br>
              <a:rPr lang="en-IN" sz="3200" dirty="0"/>
            </a:br>
            <a:r>
              <a:rPr lang="en-IN" sz="3200" b="1" dirty="0"/>
              <a:t>Environmental:</a:t>
            </a:r>
            <a:r>
              <a:rPr lang="en-IN" sz="3200" dirty="0"/>
              <a:t> Controls toxic emissions, protects air quality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TARGET USERS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9A6A92-8F46-32A5-640B-52D0866A0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46" y="2417255"/>
            <a:ext cx="11662611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Industrial Facilities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Oil &amp; gas plants, chemical factories, refineries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 Buildings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Malls, hospitals, hotels, IT parks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Residential Apartments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Smart homes &amp; gated communities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 &amp; Safety Departments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Early hazard detection and prevention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1C7596-0DC9-B279-1EFC-A81F2AAFE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46" y="3895460"/>
            <a:ext cx="1219199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Transportation &amp; Storage Units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Gas storage tanks, pipelines, LPG carriers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Petroleum &amp; Energy Sector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Leak monitoring &amp; explosion prevention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FUTURE SCOPE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0F8170-161E-28CB-ECED-C11141BE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8" y="1903865"/>
            <a:ext cx="1173304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Predictive Leak Detection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Early warning before critical failure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Integration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Real-time remote monitoring via cloud &amp; mobile apps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City Integration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City-wide environmental gas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Drone-Based Gas Surveillance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Monitoring hazardous &amp; remote areas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Analytics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Pattern recognition for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BUSINESS MODEL / PROFIT STRATEGY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353" y="1110343"/>
            <a:ext cx="11021583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 Revenue Streams:</a:t>
            </a:r>
          </a:p>
          <a:p>
            <a:r>
              <a:rPr lang="en-IN" sz="2800" dirty="0"/>
              <a:t> </a:t>
            </a:r>
            <a:r>
              <a:rPr lang="en-IN" sz="2800" b="1" dirty="0"/>
              <a:t>Hardware Sales</a:t>
            </a:r>
            <a:r>
              <a:rPr lang="en-IN" sz="2800" dirty="0"/>
              <a:t> – Gas detection devices &amp; sensors</a:t>
            </a:r>
          </a:p>
          <a:p>
            <a:r>
              <a:rPr lang="en-IN" sz="2800" dirty="0"/>
              <a:t> </a:t>
            </a:r>
            <a:r>
              <a:rPr lang="en-IN" sz="2800" b="1" dirty="0"/>
              <a:t>Subscription Model</a:t>
            </a:r>
            <a:r>
              <a:rPr lang="en-IN" sz="2800" dirty="0"/>
              <a:t> – Cloud monitoring &amp; data analytics (monthly/yearly)</a:t>
            </a:r>
          </a:p>
          <a:p>
            <a:r>
              <a:rPr lang="en-IN" sz="2800" dirty="0"/>
              <a:t> </a:t>
            </a:r>
            <a:r>
              <a:rPr lang="en-IN" sz="2800" b="1" dirty="0"/>
              <a:t>Installation &amp; Maintenance Services</a:t>
            </a:r>
            <a:r>
              <a:rPr lang="en-IN" sz="2800" dirty="0"/>
              <a:t> – AMC contracts</a:t>
            </a:r>
          </a:p>
          <a:p>
            <a:r>
              <a:rPr lang="en-IN" sz="2800" b="1" dirty="0"/>
              <a:t>Premium AI Analytics</a:t>
            </a:r>
            <a:r>
              <a:rPr lang="en-IN" sz="2800" dirty="0"/>
              <a:t> – Predictive safety insights</a:t>
            </a:r>
          </a:p>
          <a:p>
            <a:endParaRPr lang="en-IN" sz="2800" dirty="0"/>
          </a:p>
          <a:p>
            <a:r>
              <a:rPr lang="en-IN" sz="2800" b="1" dirty="0"/>
              <a:t>Profit Strategy:</a:t>
            </a:r>
          </a:p>
          <a:p>
            <a:r>
              <a:rPr lang="en-IN" sz="2800" dirty="0"/>
              <a:t> Recurring revenue through subscription &amp; AMC</a:t>
            </a:r>
          </a:p>
          <a:p>
            <a:r>
              <a:rPr lang="en-IN" sz="2800" dirty="0"/>
              <a:t> Target high-risk industries (oil &amp; gas, chemical plants)</a:t>
            </a:r>
          </a:p>
          <a:p>
            <a:r>
              <a:rPr lang="en-IN" sz="2800" dirty="0"/>
              <a:t> Government &amp; smart city tenders</a:t>
            </a:r>
          </a:p>
          <a:p>
            <a:r>
              <a:rPr lang="en-IN" sz="2800" dirty="0"/>
              <a:t> Mobile app upgrades &amp; feature-based pricing</a:t>
            </a:r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37951" y="-47625"/>
            <a:ext cx="729964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EE3C21A-2CAF-53BF-1857-EEE170FE0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416" y="1372374"/>
            <a:ext cx="1030657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Oil Industry Safety Directorate. (2024).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Guidelines for Onsite Incident Reporting and Investigation.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Ministry of Petroleum &amp; Natural Gas, Government of India.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https://www.oisd.gov.in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Defacto Law. (2023).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Hazardous Substance Regulation in India.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https://www.defactolaw.in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Oil–Adani Gas Pvt. Ltd. (2023).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to do if you smell natural gas.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https://ioagpl.com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Indraprastha Gas Limited. (2023).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Tips.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https://www.iglonline.net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Better India. (2023).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Suspect a LPG leak? 8 steps that can ensure your safety!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https://thebetterindia.com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Innovative Science and Advanced Engineering (IJISAE). (2022).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Gas Leakage Detector Using IoT Sensors.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https://ijisae.org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Engineering Research &amp; Technology (IJERT). (2022).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Industrial Level Gas Leakage Detection System Using AI and IoT.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2"/>
              </a:rPr>
              <a:t>https://www.ijert.org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GasSafe India Limited. (2023).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 Safety Devices for Domestic and Industrial Use.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3"/>
              </a:rPr>
              <a:t>https://gassafe.net.in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Oil Corporation Limited. (2024).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and Safety.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4"/>
              </a:rPr>
              <a:t>https://cx.indianoilcgd.com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give the seminar.</a:t>
            </a:r>
            <a:endParaRPr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7644</TotalTime>
  <Words>956</Words>
  <Application>Microsoft Office PowerPoint</Application>
  <PresentationFormat>Widescreen</PresentationFormat>
  <Paragraphs>111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ARTEMIS HACKATHON 2026</vt:lpstr>
      <vt:lpstr>PROBLEM STATEMENT</vt:lpstr>
      <vt:lpstr>PROPOSED SOLUTION  (YOUR IDEA)</vt:lpstr>
      <vt:lpstr>TECHNICAL APPROACH</vt:lpstr>
      <vt:lpstr>FEASIBILITY AND VIABILITY</vt:lpstr>
      <vt:lpstr>CHALLENGES &amp; RISKS</vt:lpstr>
      <vt:lpstr>IMPACT AND BENEFITS</vt:lpstr>
      <vt:lpstr>TARGET USERS</vt:lpstr>
      <vt:lpstr>FUTURE SCOPE</vt:lpstr>
      <vt:lpstr>BUSINESS MODEL / PROFIT STRATEGY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AYUSH MISHRA</cp:lastModifiedBy>
  <cp:revision>160</cp:revision>
  <dcterms:created xsi:type="dcterms:W3CDTF">2013-12-12T18:46:50Z</dcterms:created>
  <dcterms:modified xsi:type="dcterms:W3CDTF">2026-02-25T06:53:42Z</dcterms:modified>
  <cp:category/>
</cp:coreProperties>
</file>